
<file path=[Content_Types].xml><?xml version="1.0" encoding="utf-8"?>
<Types xmlns="http://schemas.openxmlformats.org/package/2006/content-types">
  <Default Extension="xml" ContentType="application/xml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93" r:id="rId1"/>
  </p:sldMasterIdLst>
  <p:notesMasterIdLst>
    <p:notesMasterId r:id="rId9"/>
  </p:notesMasterIdLst>
  <p:sldIdLst>
    <p:sldId id="256" r:id="rId2"/>
    <p:sldId id="259" r:id="rId3"/>
    <p:sldId id="269" r:id="rId4"/>
    <p:sldId id="268" r:id="rId5"/>
    <p:sldId id="270" r:id="rId6"/>
    <p:sldId id="271" r:id="rId7"/>
    <p:sldId id="267" r:id="rId8"/>
  </p:sldIdLst>
  <p:sldSz cx="9144000" cy="6858000" type="screen4x3"/>
  <p:notesSz cx="6858000" cy="9144000"/>
  <p:defaultTextStyle>
    <a:defPPr>
      <a:defRPr lang="fr-FR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tion sans titre" id="{4427A063-E4C3-264E-BD85-222ADEDDA17D}">
          <p14:sldIdLst>
            <p14:sldId id="256"/>
            <p14:sldId id="259"/>
            <p14:sldId id="269"/>
            <p14:sldId id="268"/>
            <p14:sldId id="270"/>
            <p14:sldId id="271"/>
            <p14:sldId id="267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98989"/>
    <a:srgbClr val="3491B2"/>
    <a:srgbClr val="64686D"/>
    <a:srgbClr val="45AE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howGuides="1">
      <p:cViewPr>
        <p:scale>
          <a:sx n="76" d="100"/>
          <a:sy n="76" d="100"/>
        </p:scale>
        <p:origin x="-1768" y="-232"/>
      </p:cViewPr>
      <p:guideLst>
        <p:guide orient="horz" pos="4319"/>
        <p:guide pos="295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interSettings" Target="printerSettings/printerSettings1.bin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3B3EEE-784C-9542-A62F-583C92789B04}" type="datetimeFigureOut">
              <a:rPr lang="fr-FR" smtClean="0"/>
              <a:t>04/07/18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B648A3-867E-8444-9357-FDF3B796D04D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979906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smtClean="0"/>
              <a:t>http://</a:t>
            </a:r>
            <a:r>
              <a:rPr lang="fr-FR" dirty="0" err="1" smtClean="0"/>
              <a:t>amel-mennad.fr</a:t>
            </a:r>
            <a:r>
              <a:rPr lang="fr-FR" dirty="0" smtClean="0"/>
              <a:t>/</a:t>
            </a:r>
            <a:r>
              <a:rPr lang="fr-FR" dirty="0" err="1" smtClean="0"/>
              <a:t>webagency</a:t>
            </a:r>
            <a:r>
              <a:rPr lang="fr-FR" dirty="0" smtClean="0"/>
              <a:t>/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B648A3-867E-8444-9357-FDF3B796D04D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157119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065BE-0657-4A47-90AD-C21C55E16B19}" type="datetime4">
              <a:rPr lang="en-US" smtClean="0"/>
              <a:pPr/>
              <a:t>juillet 4, 2018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CE407-6216-4202-80E4-A30DC2F709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075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9F52A-AF8E-DA45-923A-40FDE51FA461}" type="datetimeFigureOut">
              <a:rPr lang="fr-FR" smtClean="0"/>
              <a:t>04/07/18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CBE09-45EB-B748-B026-426DFB5D13B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131697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-têt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D2193-4505-4A75-99BB-880C6989A757}" type="datetime4">
              <a:rPr lang="en-US" smtClean="0"/>
              <a:pPr/>
              <a:t>juillet 4, 2018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93375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9F52A-AF8E-DA45-923A-40FDE51FA461}" type="datetimeFigureOut">
              <a:rPr lang="fr-FR" smtClean="0"/>
              <a:t>04/07/18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CBE09-45EB-B748-B026-426DFB5D13B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67842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9F52A-AF8E-DA45-923A-40FDE51FA461}" type="datetimeFigureOut">
              <a:rPr lang="fr-FR" smtClean="0"/>
              <a:t>04/07/18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CBE09-45EB-B748-B026-426DFB5D13B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439846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9F52A-AF8E-DA45-923A-40FDE51FA461}" type="datetimeFigureOut">
              <a:rPr lang="fr-FR" smtClean="0"/>
              <a:t>04/07/18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CBE09-45EB-B748-B026-426DFB5D13B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801334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9F52A-AF8E-DA45-923A-40FDE51FA461}" type="datetimeFigureOut">
              <a:rPr lang="fr-FR" smtClean="0"/>
              <a:t>04/07/18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CBE09-45EB-B748-B026-426DFB5D13B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994641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9F52A-AF8E-DA45-923A-40FDE51FA461}" type="datetimeFigureOut">
              <a:rPr lang="fr-FR" smtClean="0"/>
              <a:t>04/07/18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CE407-6216-4202-80E4-A30DC2F709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704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pour une image 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9F52A-AF8E-DA45-923A-40FDE51FA461}" type="datetimeFigureOut">
              <a:rPr lang="fr-FR" smtClean="0"/>
              <a:t>04/07/18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CBE09-45EB-B748-B026-426DFB5D13B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17309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9F52A-AF8E-DA45-923A-40FDE51FA461}" type="datetimeFigureOut">
              <a:rPr lang="fr-FR" smtClean="0"/>
              <a:t>04/07/18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CBE09-45EB-B748-B026-426DFB5D13B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705930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9F52A-AF8E-DA45-923A-40FDE51FA461}" type="datetimeFigureOut">
              <a:rPr lang="fr-FR" smtClean="0"/>
              <a:t>04/07/18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CBE09-45EB-B748-B026-426DFB5D13B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523390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39F52A-AF8E-DA45-923A-40FDE51FA461}" type="datetimeFigureOut">
              <a:rPr lang="fr-FR" smtClean="0"/>
              <a:t>04/07/18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2CBE09-45EB-B748-B026-426DFB5D13B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433399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4" r:id="rId1"/>
    <p:sldLayoutId id="2147483795" r:id="rId2"/>
    <p:sldLayoutId id="2147483796" r:id="rId3"/>
    <p:sldLayoutId id="2147483797" r:id="rId4"/>
    <p:sldLayoutId id="2147483798" r:id="rId5"/>
    <p:sldLayoutId id="2147483799" r:id="rId6"/>
    <p:sldLayoutId id="2147483800" r:id="rId7"/>
    <p:sldLayoutId id="2147483801" r:id="rId8"/>
    <p:sldLayoutId id="2147483802" r:id="rId9"/>
    <p:sldLayoutId id="2147483803" r:id="rId10"/>
    <p:sldLayoutId id="2147483804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ctrTitle"/>
          </p:nvPr>
        </p:nvSpPr>
        <p:spPr>
          <a:xfrm>
            <a:off x="1187624" y="3140968"/>
            <a:ext cx="6980764" cy="2041133"/>
          </a:xfr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fr-FR" sz="7200" b="1" dirty="0" smtClean="0">
                <a:solidFill>
                  <a:srgbClr val="3491B2"/>
                </a:solidFill>
                <a:latin typeface="Roboto"/>
                <a:cs typeface="Roboto"/>
              </a:rPr>
              <a:t>Refonte du site de l’agence</a:t>
            </a:r>
            <a:endParaRPr lang="fr-FR" sz="7200" b="1" dirty="0">
              <a:solidFill>
                <a:srgbClr val="3491B2"/>
              </a:solidFill>
              <a:latin typeface="Roboto"/>
              <a:cs typeface="Roboto"/>
            </a:endParaRPr>
          </a:p>
        </p:txBody>
      </p:sp>
      <p:pic>
        <p:nvPicPr>
          <p:cNvPr id="6" name="Espace réservé du contenu 5" descr="logo.png"/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75912" b="-75912"/>
          <a:stretch>
            <a:fillRect/>
          </a:stretch>
        </p:blipFill>
        <p:spPr>
          <a:xfrm>
            <a:off x="2771800" y="980728"/>
            <a:ext cx="3152331" cy="1732812"/>
          </a:xfrm>
        </p:spPr>
      </p:pic>
    </p:spTree>
    <p:extLst>
      <p:ext uri="{BB962C8B-B14F-4D97-AF65-F5344CB8AC3E}">
        <p14:creationId xmlns:p14="http://schemas.microsoft.com/office/powerpoint/2010/main" val="90639487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332656"/>
            <a:ext cx="8229600" cy="720080"/>
          </a:xfrm>
        </p:spPr>
        <p:txBody>
          <a:bodyPr>
            <a:normAutofit/>
          </a:bodyPr>
          <a:lstStyle/>
          <a:p>
            <a:r>
              <a:rPr lang="fr-FR" sz="4000" b="1" dirty="0" smtClean="0">
                <a:solidFill>
                  <a:srgbClr val="45AED6"/>
                </a:solidFill>
                <a:latin typeface="Roboto"/>
                <a:cs typeface="Roboto"/>
              </a:rPr>
              <a:t>Maquette</a:t>
            </a:r>
            <a:endParaRPr lang="fr-FR" sz="4000" b="1" dirty="0">
              <a:solidFill>
                <a:srgbClr val="45AED6"/>
              </a:solidFill>
              <a:latin typeface="Roboto"/>
              <a:cs typeface="Roboto"/>
            </a:endParaRPr>
          </a:p>
        </p:txBody>
      </p:sp>
      <p:pic>
        <p:nvPicPr>
          <p:cNvPr id="8" name="Image 7" descr="1 - L'en-tête du site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456" y="1752031"/>
            <a:ext cx="4173216" cy="2121385"/>
          </a:xfrm>
          <a:prstGeom prst="rect">
            <a:avLst/>
          </a:prstGeom>
        </p:spPr>
      </p:pic>
      <p:pic>
        <p:nvPicPr>
          <p:cNvPr id="9" name="Image 8" descr="2 - Nos servicesNos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1272" y="1752031"/>
            <a:ext cx="4582728" cy="1920442"/>
          </a:xfrm>
          <a:prstGeom prst="rect">
            <a:avLst/>
          </a:prstGeom>
        </p:spPr>
      </p:pic>
      <p:pic>
        <p:nvPicPr>
          <p:cNvPr id="10" name="Image 9" descr="3 - Nos projets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456" y="4348584"/>
            <a:ext cx="4173216" cy="1788069"/>
          </a:xfrm>
          <a:prstGeom prst="rect">
            <a:avLst/>
          </a:prstGeom>
        </p:spPr>
      </p:pic>
      <p:pic>
        <p:nvPicPr>
          <p:cNvPr id="11" name="Image 10" descr="4 - Formulaire de contact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6027" y="4348584"/>
            <a:ext cx="4097184" cy="1788069"/>
          </a:xfrm>
          <a:prstGeom prst="rect">
            <a:avLst/>
          </a:prstGeom>
        </p:spPr>
      </p:pic>
      <p:pic>
        <p:nvPicPr>
          <p:cNvPr id="12" name="Espace réservé du contenu 5" descr="logo.png"/>
          <p:cNvPicPr>
            <a:picLocks noGrp="1" noChangeAspect="1"/>
          </p:cNvPicPr>
          <p:nvPr>
            <p:ph idx="4294967295"/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75912" b="-75912"/>
          <a:stretch>
            <a:fillRect/>
          </a:stretch>
        </p:blipFill>
        <p:spPr>
          <a:xfrm>
            <a:off x="179512" y="6169805"/>
            <a:ext cx="1251964" cy="688195"/>
          </a:xfrm>
        </p:spPr>
      </p:pic>
      <p:cxnSp>
        <p:nvCxnSpPr>
          <p:cNvPr id="5" name="Connecteur droit 4"/>
          <p:cNvCxnSpPr/>
          <p:nvPr/>
        </p:nvCxnSpPr>
        <p:spPr>
          <a:xfrm>
            <a:off x="3923928" y="1124744"/>
            <a:ext cx="1296144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6" name="Ellipse 5"/>
          <p:cNvSpPr/>
          <p:nvPr/>
        </p:nvSpPr>
        <p:spPr>
          <a:xfrm>
            <a:off x="4572000" y="1052736"/>
            <a:ext cx="144016" cy="144016"/>
          </a:xfrm>
          <a:prstGeom prst="ellipse">
            <a:avLst/>
          </a:prstGeom>
          <a:solidFill>
            <a:srgbClr val="45AED6"/>
          </a:solidFill>
          <a:ln>
            <a:solidFill>
              <a:srgbClr val="FFFFFF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0063128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332656"/>
            <a:ext cx="8229600" cy="720080"/>
          </a:xfrm>
        </p:spPr>
        <p:txBody>
          <a:bodyPr>
            <a:normAutofit/>
          </a:bodyPr>
          <a:lstStyle/>
          <a:p>
            <a:r>
              <a:rPr lang="fr-FR" sz="4000" b="1" dirty="0">
                <a:solidFill>
                  <a:srgbClr val="45AED6"/>
                </a:solidFill>
                <a:latin typeface="Roboto"/>
                <a:cs typeface="Roboto"/>
              </a:rPr>
              <a:t>Le site en action</a:t>
            </a:r>
          </a:p>
        </p:txBody>
      </p:sp>
      <p:pic>
        <p:nvPicPr>
          <p:cNvPr id="12" name="Espace réservé du contenu 5" descr="logo.png"/>
          <p:cNvPicPr>
            <a:picLocks noGrp="1" noChangeAspect="1"/>
          </p:cNvPicPr>
          <p:nvPr>
            <p:ph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75912" b="-75912"/>
          <a:stretch>
            <a:fillRect/>
          </a:stretch>
        </p:blipFill>
        <p:spPr>
          <a:xfrm>
            <a:off x="179512" y="6169805"/>
            <a:ext cx="1251964" cy="688195"/>
          </a:xfrm>
        </p:spPr>
      </p:pic>
      <p:cxnSp>
        <p:nvCxnSpPr>
          <p:cNvPr id="5" name="Connecteur droit 4"/>
          <p:cNvCxnSpPr/>
          <p:nvPr/>
        </p:nvCxnSpPr>
        <p:spPr>
          <a:xfrm>
            <a:off x="3923928" y="1124744"/>
            <a:ext cx="1296144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6" name="Ellipse 5"/>
          <p:cNvSpPr/>
          <p:nvPr/>
        </p:nvSpPr>
        <p:spPr>
          <a:xfrm>
            <a:off x="4572000" y="1052736"/>
            <a:ext cx="144016" cy="144016"/>
          </a:xfrm>
          <a:prstGeom prst="ellipse">
            <a:avLst/>
          </a:prstGeom>
          <a:solidFill>
            <a:srgbClr val="45AED6"/>
          </a:solidFill>
          <a:ln>
            <a:solidFill>
              <a:srgbClr val="FFFFFF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ZoneTexte 3"/>
          <p:cNvSpPr txBox="1"/>
          <p:nvPr/>
        </p:nvSpPr>
        <p:spPr>
          <a:xfrm>
            <a:off x="683568" y="3068960"/>
            <a:ext cx="8136904" cy="707886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4000" dirty="0" smtClean="0">
                <a:solidFill>
                  <a:srgbClr val="64686D"/>
                </a:solidFill>
              </a:rPr>
              <a:t>WebAgency</a:t>
            </a:r>
          </a:p>
        </p:txBody>
      </p:sp>
      <p:sp>
        <p:nvSpPr>
          <p:cNvPr id="7" name="ZoneTexte 6"/>
          <p:cNvSpPr txBox="1"/>
          <p:nvPr/>
        </p:nvSpPr>
        <p:spPr>
          <a:xfrm>
            <a:off x="1737736" y="3592982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5405346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332656"/>
            <a:ext cx="8229600" cy="720080"/>
          </a:xfrm>
        </p:spPr>
        <p:txBody>
          <a:bodyPr>
            <a:normAutofit/>
          </a:bodyPr>
          <a:lstStyle/>
          <a:p>
            <a:r>
              <a:rPr lang="fr-FR" sz="4000" b="1" dirty="0">
                <a:solidFill>
                  <a:srgbClr val="45AED6"/>
                </a:solidFill>
                <a:latin typeface="Roboto"/>
                <a:cs typeface="Roboto"/>
              </a:rPr>
              <a:t>Site inter-navigateurs</a:t>
            </a:r>
          </a:p>
        </p:txBody>
      </p:sp>
      <p:pic>
        <p:nvPicPr>
          <p:cNvPr id="12" name="Espace réservé du contenu 5" descr="logo.png"/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75912" b="-75912"/>
          <a:stretch>
            <a:fillRect/>
          </a:stretch>
        </p:blipFill>
        <p:spPr>
          <a:xfrm>
            <a:off x="107504" y="6169805"/>
            <a:ext cx="1251964" cy="688195"/>
          </a:xfrm>
        </p:spPr>
      </p:pic>
      <p:cxnSp>
        <p:nvCxnSpPr>
          <p:cNvPr id="5" name="Connecteur droit 4"/>
          <p:cNvCxnSpPr/>
          <p:nvPr/>
        </p:nvCxnSpPr>
        <p:spPr>
          <a:xfrm>
            <a:off x="3923928" y="1124744"/>
            <a:ext cx="1296144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6" name="Ellipse 5"/>
          <p:cNvSpPr/>
          <p:nvPr/>
        </p:nvSpPr>
        <p:spPr>
          <a:xfrm>
            <a:off x="4572000" y="1052736"/>
            <a:ext cx="144016" cy="144016"/>
          </a:xfrm>
          <a:prstGeom prst="ellipse">
            <a:avLst/>
          </a:prstGeom>
          <a:solidFill>
            <a:srgbClr val="45AED6"/>
          </a:solidFill>
          <a:ln>
            <a:solidFill>
              <a:srgbClr val="FFFFFF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7" name="Image 6" descr="Capture d’écran 2018-07-04 à 16.18.50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2564904"/>
            <a:ext cx="3686808" cy="2304255"/>
          </a:xfrm>
          <a:prstGeom prst="rect">
            <a:avLst/>
          </a:prstGeom>
        </p:spPr>
      </p:pic>
      <p:pic>
        <p:nvPicPr>
          <p:cNvPr id="14" name="Image 13" descr="Capture d’écran 2018-07-04 à 16.14.46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6056" y="1772816"/>
            <a:ext cx="3528392" cy="2205245"/>
          </a:xfrm>
          <a:prstGeom prst="rect">
            <a:avLst/>
          </a:prstGeom>
        </p:spPr>
      </p:pic>
      <p:pic>
        <p:nvPicPr>
          <p:cNvPr id="15" name="Image 14" descr="Capture d’écran 2018-07-04 à 16.26.50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6056" y="4619395"/>
            <a:ext cx="3542387" cy="2213992"/>
          </a:xfrm>
          <a:prstGeom prst="rect">
            <a:avLst/>
          </a:prstGeom>
        </p:spPr>
      </p:pic>
      <p:sp>
        <p:nvSpPr>
          <p:cNvPr id="16" name="Espace réservé du texte 2"/>
          <p:cNvSpPr>
            <a:spLocks noGrp="1"/>
          </p:cNvSpPr>
          <p:nvPr>
            <p:ph type="body" idx="1"/>
          </p:nvPr>
        </p:nvSpPr>
        <p:spPr>
          <a:xfrm>
            <a:off x="467544" y="1988840"/>
            <a:ext cx="2530624" cy="432047"/>
          </a:xfrm>
        </p:spPr>
        <p:txBody>
          <a:bodyPr>
            <a:normAutofit/>
          </a:bodyPr>
          <a:lstStyle/>
          <a:p>
            <a:r>
              <a:rPr lang="fr-FR" sz="2000" dirty="0" smtClean="0">
                <a:solidFill>
                  <a:srgbClr val="64686D"/>
                </a:solidFill>
              </a:rPr>
              <a:t>Firefox</a:t>
            </a:r>
            <a:endParaRPr lang="fr-FR" dirty="0" smtClean="0">
              <a:solidFill>
                <a:srgbClr val="64686D"/>
              </a:solidFill>
            </a:endParaRPr>
          </a:p>
        </p:txBody>
      </p:sp>
      <p:sp>
        <p:nvSpPr>
          <p:cNvPr id="17" name="Espace réservé du texte 2"/>
          <p:cNvSpPr>
            <a:spLocks noGrp="1"/>
          </p:cNvSpPr>
          <p:nvPr>
            <p:ph type="body" idx="1"/>
          </p:nvPr>
        </p:nvSpPr>
        <p:spPr>
          <a:xfrm>
            <a:off x="5076056" y="1340768"/>
            <a:ext cx="2530624" cy="432047"/>
          </a:xfrm>
        </p:spPr>
        <p:txBody>
          <a:bodyPr>
            <a:normAutofit/>
          </a:bodyPr>
          <a:lstStyle/>
          <a:p>
            <a:r>
              <a:rPr lang="fr-FR" sz="2000" dirty="0" smtClean="0">
                <a:solidFill>
                  <a:srgbClr val="64686D"/>
                </a:solidFill>
              </a:rPr>
              <a:t>Safari</a:t>
            </a:r>
            <a:endParaRPr lang="fr-FR" dirty="0" smtClean="0">
              <a:solidFill>
                <a:srgbClr val="64686D"/>
              </a:solidFill>
            </a:endParaRPr>
          </a:p>
        </p:txBody>
      </p:sp>
      <p:sp>
        <p:nvSpPr>
          <p:cNvPr id="18" name="Espace réservé du texte 2"/>
          <p:cNvSpPr>
            <a:spLocks noGrp="1"/>
          </p:cNvSpPr>
          <p:nvPr>
            <p:ph type="body" idx="1"/>
          </p:nvPr>
        </p:nvSpPr>
        <p:spPr>
          <a:xfrm>
            <a:off x="5076056" y="4077072"/>
            <a:ext cx="2530624" cy="432047"/>
          </a:xfrm>
        </p:spPr>
        <p:txBody>
          <a:bodyPr>
            <a:normAutofit/>
          </a:bodyPr>
          <a:lstStyle/>
          <a:p>
            <a:r>
              <a:rPr lang="fr-FR" sz="2000" dirty="0" smtClean="0">
                <a:solidFill>
                  <a:srgbClr val="64686D"/>
                </a:solidFill>
              </a:rPr>
              <a:t>Google Chrome</a:t>
            </a:r>
          </a:p>
        </p:txBody>
      </p:sp>
    </p:spTree>
    <p:extLst>
      <p:ext uri="{BB962C8B-B14F-4D97-AF65-F5344CB8AC3E}">
        <p14:creationId xmlns:p14="http://schemas.microsoft.com/office/powerpoint/2010/main" val="416253768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332656"/>
            <a:ext cx="8229600" cy="720080"/>
          </a:xfrm>
        </p:spPr>
        <p:txBody>
          <a:bodyPr>
            <a:normAutofit/>
          </a:bodyPr>
          <a:lstStyle/>
          <a:p>
            <a:r>
              <a:rPr lang="fr-FR" sz="4000" b="1" dirty="0" smtClean="0">
                <a:solidFill>
                  <a:srgbClr val="45AED6"/>
                </a:solidFill>
                <a:latin typeface="Roboto"/>
                <a:cs typeface="Roboto"/>
              </a:rPr>
              <a:t>Site responsive</a:t>
            </a:r>
            <a:endParaRPr lang="fr-FR" sz="4000" b="1" dirty="0">
              <a:solidFill>
                <a:srgbClr val="45AED6"/>
              </a:solidFill>
              <a:latin typeface="Roboto"/>
              <a:cs typeface="Roboto"/>
            </a:endParaRPr>
          </a:p>
        </p:txBody>
      </p:sp>
      <p:pic>
        <p:nvPicPr>
          <p:cNvPr id="12" name="Espace réservé du contenu 5" descr="logo.png"/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75912" b="-75912"/>
          <a:stretch>
            <a:fillRect/>
          </a:stretch>
        </p:blipFill>
        <p:spPr>
          <a:xfrm>
            <a:off x="179512" y="6193132"/>
            <a:ext cx="1251964" cy="688195"/>
          </a:xfrm>
        </p:spPr>
      </p:pic>
      <p:cxnSp>
        <p:nvCxnSpPr>
          <p:cNvPr id="5" name="Connecteur droit 4"/>
          <p:cNvCxnSpPr/>
          <p:nvPr/>
        </p:nvCxnSpPr>
        <p:spPr>
          <a:xfrm>
            <a:off x="3923928" y="1124744"/>
            <a:ext cx="1296144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6" name="Ellipse 5"/>
          <p:cNvSpPr/>
          <p:nvPr/>
        </p:nvSpPr>
        <p:spPr>
          <a:xfrm>
            <a:off x="4572000" y="1052736"/>
            <a:ext cx="144016" cy="144016"/>
          </a:xfrm>
          <a:prstGeom prst="ellipse">
            <a:avLst/>
          </a:prstGeom>
          <a:solidFill>
            <a:srgbClr val="45AED6"/>
          </a:solidFill>
          <a:ln>
            <a:solidFill>
              <a:srgbClr val="FFFFFF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4" name="Image 3" descr="responsive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592" y="1628800"/>
            <a:ext cx="7524328" cy="4534179"/>
          </a:xfrm>
          <a:prstGeom prst="rect">
            <a:avLst/>
          </a:prstGeom>
        </p:spPr>
      </p:pic>
      <p:sp>
        <p:nvSpPr>
          <p:cNvPr id="7" name="Espace réservé du texte 2"/>
          <p:cNvSpPr>
            <a:spLocks noGrp="1"/>
          </p:cNvSpPr>
          <p:nvPr>
            <p:ph type="body" idx="1"/>
          </p:nvPr>
        </p:nvSpPr>
        <p:spPr>
          <a:xfrm>
            <a:off x="6444208" y="6381328"/>
            <a:ext cx="2520280" cy="300687"/>
          </a:xfrm>
        </p:spPr>
        <p:txBody>
          <a:bodyPr>
            <a:noAutofit/>
          </a:bodyPr>
          <a:lstStyle/>
          <a:p>
            <a:r>
              <a:rPr lang="fr-FR" sz="900" b="0" dirty="0" smtClean="0">
                <a:solidFill>
                  <a:srgbClr val="64686D"/>
                </a:solidFill>
              </a:rPr>
              <a:t>source: http://</a:t>
            </a:r>
            <a:r>
              <a:rPr lang="fr-FR" sz="900" b="0" dirty="0" err="1" smtClean="0">
                <a:solidFill>
                  <a:srgbClr val="64686D"/>
                </a:solidFill>
              </a:rPr>
              <a:t>ami.responsivedesign.is</a:t>
            </a:r>
            <a:r>
              <a:rPr lang="fr-FR" sz="900" b="0" dirty="0" smtClean="0">
                <a:solidFill>
                  <a:srgbClr val="64686D"/>
                </a:solidFill>
              </a:rPr>
              <a:t>/</a:t>
            </a:r>
            <a:endParaRPr lang="fr-FR" sz="1000" b="0" dirty="0" smtClean="0">
              <a:solidFill>
                <a:srgbClr val="64686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862348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332656"/>
            <a:ext cx="8229600" cy="720080"/>
          </a:xfrm>
        </p:spPr>
        <p:txBody>
          <a:bodyPr>
            <a:normAutofit/>
          </a:bodyPr>
          <a:lstStyle/>
          <a:p>
            <a:r>
              <a:rPr lang="fr-FR" sz="4000" b="1" dirty="0" smtClean="0">
                <a:solidFill>
                  <a:srgbClr val="45AED6"/>
                </a:solidFill>
                <a:latin typeface="Roboto"/>
                <a:cs typeface="Roboto"/>
              </a:rPr>
              <a:t>Code</a:t>
            </a:r>
            <a:endParaRPr lang="fr-FR" sz="4000" b="1" dirty="0">
              <a:solidFill>
                <a:srgbClr val="45AED6"/>
              </a:solidFill>
              <a:latin typeface="Roboto"/>
              <a:cs typeface="Roboto"/>
            </a:endParaRPr>
          </a:p>
        </p:txBody>
      </p:sp>
      <p:pic>
        <p:nvPicPr>
          <p:cNvPr id="12" name="Espace réservé du contenu 5" descr="logo.png"/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75912" b="-75912"/>
          <a:stretch>
            <a:fillRect/>
          </a:stretch>
        </p:blipFill>
        <p:spPr>
          <a:xfrm>
            <a:off x="179512" y="6176421"/>
            <a:ext cx="1251964" cy="688195"/>
          </a:xfrm>
        </p:spPr>
      </p:pic>
      <p:cxnSp>
        <p:nvCxnSpPr>
          <p:cNvPr id="5" name="Connecteur droit 4"/>
          <p:cNvCxnSpPr/>
          <p:nvPr/>
        </p:nvCxnSpPr>
        <p:spPr>
          <a:xfrm>
            <a:off x="3923928" y="1124744"/>
            <a:ext cx="1296144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6" name="Ellipse 5"/>
          <p:cNvSpPr/>
          <p:nvPr/>
        </p:nvSpPr>
        <p:spPr>
          <a:xfrm>
            <a:off x="4572000" y="1052736"/>
            <a:ext cx="144016" cy="144016"/>
          </a:xfrm>
          <a:prstGeom prst="ellipse">
            <a:avLst/>
          </a:prstGeom>
          <a:solidFill>
            <a:srgbClr val="45AED6"/>
          </a:solidFill>
          <a:ln>
            <a:solidFill>
              <a:srgbClr val="FFFFFF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" name="Image 2" descr="Capture d’écran 2018-07-04 à 16.57.02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3728" y="1340768"/>
            <a:ext cx="5268096" cy="2376264"/>
          </a:xfrm>
          <a:prstGeom prst="rect">
            <a:avLst/>
          </a:prstGeom>
        </p:spPr>
      </p:pic>
      <p:pic>
        <p:nvPicPr>
          <p:cNvPr id="4" name="Image 3" descr="Capture d’écran 2018-07-04 à 16.56.44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3728" y="3997254"/>
            <a:ext cx="5328592" cy="2400371"/>
          </a:xfrm>
          <a:prstGeom prst="rect">
            <a:avLst/>
          </a:prstGeom>
        </p:spPr>
      </p:pic>
      <p:sp>
        <p:nvSpPr>
          <p:cNvPr id="8" name="Espace réservé du texte 2"/>
          <p:cNvSpPr>
            <a:spLocks noGrp="1"/>
          </p:cNvSpPr>
          <p:nvPr>
            <p:ph type="body" idx="1"/>
          </p:nvPr>
        </p:nvSpPr>
        <p:spPr>
          <a:xfrm>
            <a:off x="6444208" y="6381328"/>
            <a:ext cx="2520280" cy="300687"/>
          </a:xfrm>
        </p:spPr>
        <p:txBody>
          <a:bodyPr>
            <a:noAutofit/>
          </a:bodyPr>
          <a:lstStyle/>
          <a:p>
            <a:r>
              <a:rPr lang="fr-FR" sz="900" b="0" dirty="0" smtClean="0">
                <a:solidFill>
                  <a:srgbClr val="64686D"/>
                </a:solidFill>
              </a:rPr>
              <a:t>Source: </a:t>
            </a:r>
            <a:r>
              <a:rPr lang="fr-FR" sz="900" b="0" dirty="0" err="1" smtClean="0">
                <a:solidFill>
                  <a:srgbClr val="64686D"/>
                </a:solidFill>
              </a:rPr>
              <a:t>https</a:t>
            </a:r>
            <a:r>
              <a:rPr lang="fr-FR" sz="900" b="0" dirty="0">
                <a:solidFill>
                  <a:srgbClr val="64686D"/>
                </a:solidFill>
              </a:rPr>
              <a:t>://validator.w3.org/</a:t>
            </a:r>
            <a:endParaRPr lang="fr-FR" sz="1000" b="0" dirty="0" smtClean="0">
              <a:solidFill>
                <a:srgbClr val="64686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052330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fr-FR" sz="6000" b="1" dirty="0">
                <a:solidFill>
                  <a:srgbClr val="45AED6"/>
                </a:solidFill>
                <a:latin typeface="Roboto"/>
                <a:cs typeface="Roboto"/>
              </a:rPr>
              <a:t>Merci de votre </a:t>
            </a:r>
            <a:r>
              <a:rPr lang="fr-FR" sz="6000" b="1" dirty="0" smtClean="0">
                <a:solidFill>
                  <a:srgbClr val="45AED6"/>
                </a:solidFill>
                <a:latin typeface="Roboto"/>
                <a:cs typeface="Roboto"/>
              </a:rPr>
              <a:t>attention</a:t>
            </a:r>
            <a:r>
              <a:rPr lang="fr-FR" sz="7200" b="1" dirty="0" smtClean="0">
                <a:solidFill>
                  <a:srgbClr val="45AED6"/>
                </a:solidFill>
                <a:latin typeface="Roboto"/>
                <a:cs typeface="Roboto"/>
              </a:rPr>
              <a:t>,</a:t>
            </a:r>
            <a:endParaRPr lang="fr-FR" dirty="0">
              <a:solidFill>
                <a:srgbClr val="45AED6"/>
              </a:solidFill>
            </a:endParaRP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901744"/>
          </a:xfrm>
        </p:spPr>
        <p:txBody>
          <a:bodyPr/>
          <a:lstStyle/>
          <a:p>
            <a:r>
              <a:rPr lang="fr-FR" dirty="0" smtClean="0"/>
              <a:t>Bonne journée </a:t>
            </a:r>
            <a:endParaRPr lang="fr-FR" dirty="0"/>
          </a:p>
        </p:txBody>
      </p:sp>
      <p:pic>
        <p:nvPicPr>
          <p:cNvPr id="4" name="Espace réservé du contenu 5" descr="logo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75912" b="-75912"/>
          <a:stretch>
            <a:fillRect/>
          </a:stretch>
        </p:blipFill>
        <p:spPr>
          <a:xfrm>
            <a:off x="179512" y="6169805"/>
            <a:ext cx="1251964" cy="688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640163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329</TotalTime>
  <Words>58</Words>
  <Application>Microsoft Macintosh PowerPoint</Application>
  <PresentationFormat>Présentation à l'écran (4:3)</PresentationFormat>
  <Paragraphs>16</Paragraphs>
  <Slides>7</Slides>
  <Notes>1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8" baseType="lpstr">
      <vt:lpstr>Thème Office</vt:lpstr>
      <vt:lpstr>Refonte du site de l’agence</vt:lpstr>
      <vt:lpstr>Maquette</vt:lpstr>
      <vt:lpstr>Le site en action</vt:lpstr>
      <vt:lpstr>Site inter-navigateurs</vt:lpstr>
      <vt:lpstr>Site responsive</vt:lpstr>
      <vt:lpstr>Code</vt:lpstr>
      <vt:lpstr>Merci de votre attention,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Refonte du site de l’agence</dc:title>
  <dc:creator>Amel Md</dc:creator>
  <cp:lastModifiedBy>Amel Md</cp:lastModifiedBy>
  <cp:revision>17</cp:revision>
  <dcterms:created xsi:type="dcterms:W3CDTF">2018-07-04T07:40:49Z</dcterms:created>
  <dcterms:modified xsi:type="dcterms:W3CDTF">2018-07-04T19:34:40Z</dcterms:modified>
</cp:coreProperties>
</file>